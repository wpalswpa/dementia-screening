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찾아조입니다. 저희는 병원 검사 없이 웨어러블 생활 기록만으로 치매 위험 신호를 걸러내는 스크리닝 서비스를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치매(알츠하이머병)는 단순 노화가 아니라 실제 사망원인 6위 질환입니다. 당뇨병, 고혈압보다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다른 만성질환은 관리가 되며 증가세가 둔화되는 동안, 알츠하이머병 사망률만 10년 새 175% 급증했습니다. 왜 하필 지금, 왜 하필 치매인가에 대한 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고령·여성·농촌·독거·저학력일수록 유병률이 높습니다. 정기 검진에 의존하는 현재 체계는 정작 고위험군을 놓치기 쉽습니다. 여기가 저희 프로젝트의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설계 결정 하나: MMSE 점수는 의사가 진단 라벨을 매길 때 쓴 검사라, 입력에 넣으면 정답을 보고 정답을 맞히는 셈입니다. 병원 검사 없이 걸러낸다는 취지에 맞게 활동·수면 기록만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저희도 처음에 의외였고, 그래서 숨기지 않고 그대로 보여드립니다. 이 반전이 분석의 방향을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대비: 정확도가 베이스라인보다 낮은 이유 — 무조건 정상 찍는 모델은 위험군을 한 명도 못 잡습니다. 스크리닝 도구로는 무의미합니다.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게이트 질문 대비: 검증의 목적은 무엇을 주장해도 되는지 정하는 것이었고, 정확히 그렇게 작동했습니다. 검증 결과가 실제로 서비스 문구를 바꿨습니다.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치매 위험 조기 스크리닝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FD4F0"/>
                </a:solidFill>
                <a:latin typeface="맑은 고딕"/>
              </a:rPr>
              <a:t>웨어러블 생활 기록만으로, 병원에 가볼 이유를 먼저 알려주는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팀 찾아조  |  이제민 · 조성기 · 박용민 · 정상천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발표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01  문제의식 — 왜 치매인가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842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다른 만성질환과 비교해도 유독 심각한 질환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048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02  데이터와 분석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7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AI Hub 웨어러블 라이프로그 174명, Q1~Q6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95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03  분석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59359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핵심 발견: 활동량이 아니라 '패턴의 불규칙함'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1421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04  검증 — 스스로에게 던진 두 가지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39826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치매를 빼도 남는가 / 우연은 아닌가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188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05  서비스 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20293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맑은 고딕"/>
              </a:rPr>
              <a:t>업로드 → 위험 점수 → 치매안심센터 지도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5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02020"/>
                </a:solidFill>
                <a:latin typeface="맑은 고딕"/>
              </a:rPr>
              <a:t>06  결론과 한계, 확장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치매는 국내 사망원인 6위 — 당뇨병보다 높다</a:t>
            </a:r>
          </a:p>
        </p:txBody>
      </p:sp>
      <p:pic>
        <p:nvPicPr>
          <p:cNvPr id="5" name="Picture 4" descr="00_1_cause_of_death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745" y="1463040"/>
            <a:ext cx="71120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지난 10년, 주요 만성질환 중 유일하게 급증 — +175%</a:t>
            </a:r>
          </a:p>
        </p:txBody>
      </p:sp>
      <p:pic>
        <p:nvPicPr>
          <p:cNvPr id="5" name="Picture 4" descr="00_3_chronic_disease_mortality_chang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745" y="1463040"/>
            <a:ext cx="71120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가장 오래, 가장 비싸게 관리해야 하는 질환</a:t>
            </a:r>
          </a:p>
        </p:txBody>
      </p:sp>
      <p:pic>
        <p:nvPicPr>
          <p:cNvPr id="5" name="Picture 4" descr="00_4_visit_day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95103"/>
            <a:ext cx="5760720" cy="4073634"/>
          </a:xfrm>
          <a:prstGeom prst="rect">
            <a:avLst/>
          </a:prstGeom>
        </p:spPr>
      </p:pic>
      <p:pic>
        <p:nvPicPr>
          <p:cNvPr id="6" name="Picture 5" descr="00_5_medical_cos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95103"/>
            <a:ext cx="5760720" cy="40736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44E52"/>
                </a:solidFill>
                <a:latin typeface="맑은 고딕"/>
              </a:rPr>
              <a:t>1인당 연 내원일수 1위(37일) · 1인당 진료비 374만 원 — 당뇨병의 4~6배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환자는 늘고, 위험은 균등하지 않다</a:t>
            </a:r>
          </a:p>
        </p:txBody>
      </p:sp>
      <p:pic>
        <p:nvPicPr>
          <p:cNvPr id="5" name="Picture 4" descr="07_risk_factors_by_dem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664" y="1463040"/>
            <a:ext cx="600419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126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44E52"/>
                </a:solidFill>
                <a:latin typeface="맑은 고딕"/>
              </a:rPr>
              <a:t>무학 21.3% vs 대졸 1.4% — 병원 검진이 어려운 사람일수록 위험이 높은 역설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01. 문제의식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우리의 접근 — 병원에 가기 전, 생활 기록으로 먼저 거른다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경도인지장애(MCI) 단계 조기 개입이 관건 — 연 10~15%가 치매로 진행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  <a:latin typeface="맑은 고딕"/>
              </a:rPr>
              <a:t>그러나 검진 접근성이 낮은 고위험군일수록 병원 방문이 늦다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→ 웨어러블이 자동으로 쌓는 활동·수면 기록만으로 위험 신호를 걸러내,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04281"/>
                </a:solidFill>
                <a:latin typeface="맑은 고딕"/>
              </a:rPr>
              <a:t>   "병원에 가볼 이유가 있는지"를 먼저 알려주는 스크리닝 도구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진단이 아니라 스크리닝 — 진단·치료는 전적으로 의료기관의 영역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02.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AI Hub 치매 고위험군 웨어러블 라이프로그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3736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321040"/>
              </a:tblGrid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수집 도구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Oura ring(반지형 웨어러블) — 일 단위 활동·수면 자동 기록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규모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174명 × 사람당 28~118일 (평균 66일) = 11,499 사람×일 기록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진단 라벨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정상(CN) 111명 · 경도인지장애(MCI) 51명 · 치매(Dem) 12명 — 의사 진단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분류 대상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정상군  vs  위험군(경도인지장애+치매 63명)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</a:rPr>
                        <a:t>입력 제외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MMSE 검사 점수 — 진단에 이미 쓰인 정답이므로 입력에서 제외 (순환 논리 방지)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02. 분석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Q1~Q6 — 검증을 통과해야 서비스로 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Q1·Q2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진단군별로 활동량·수면 패턴이 다른가?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50591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50591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병원 검사 없이 생활 기록만으로 위험군을 걸러낼 수 있는가?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6382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16382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어떤 생활 지표가 판별에 가장 크게 기여하는가?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705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770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그 신호는 치매를 빼고 경도인지장애만 남겨도 유지되는가?  ← 검증 게이트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902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Q6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5902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그 성능은 우연이 아니라 통계적으로 의미 있는 수준인가?  ← 검증 게이트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계획서 원칙: Q5·Q6 검증 결과에 따라 서비스가 주장할 수 있는 범위를 정한다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첫 번째 반전 — 걸음수는 위험군이 오히려 많다</a:t>
            </a:r>
          </a:p>
        </p:txBody>
      </p:sp>
      <p:pic>
        <p:nvPicPr>
          <p:cNvPr id="5" name="Picture 4" descr="01_activity_by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5669280" cy="4535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일평균 걸음수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C44E52"/>
                </a:solidFill>
                <a:latin typeface="맑은 고딕"/>
              </a:rPr>
              <a:t>정상 10,635  &lt;  경도인지장애 11,383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"활동량이 줄면 위험군"이라는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단순한 가설은 성립하지 않았다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→ 평균이 아니라,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   "날마다 얼마나 들쭉날쭉한가"로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   시선을 돌리게 된 계기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핵심 신호는 '생활 패턴의 불규칙함'이었다</a:t>
            </a:r>
          </a:p>
        </p:txBody>
      </p:sp>
      <p:pic>
        <p:nvPicPr>
          <p:cNvPr id="5" name="Picture 4" descr="0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54480"/>
            <a:ext cx="5705856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50번 반복 검증에서 가장 안정적으로 뽑힌 지표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1위  저강도 활동 시간의 변동성 (50/50회)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</a:rPr>
              <a:t>2위  수면 중 뒤척임의 변동성 (48/50회)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인지기능이 흔들리면, 매일 비슷하게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자고 움직이는 '일상 루틴 유지 능력'이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먼저 무너진다는 해석과 일치 (상관관계)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03. 분석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스크리닝 모델 성능 — 로지스틱 회귀, 50회 반복 교차검증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27787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674620"/>
                <a:gridCol w="2674620"/>
                <a:gridCol w="2674620"/>
              </a:tblGrid>
              <a:tr h="594360">
                <a:tc>
                  <a:txBody>
                    <a:bodyPr/>
                    <a:lstStyle/>
                    <a:p/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정확도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위험군 재현율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AUC</a:t>
                      </a:r>
                    </a:p>
                  </a:txBody>
                  <a:tcPr>
                    <a:solidFill>
                      <a:srgbClr val="10428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무조건 "정상" 예측 (베이스라인)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0%  (전원 놓침)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0.5 (우연)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RandomForest (교체 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58.0%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38.7%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맑은 고딕"/>
                        </a:rPr>
                        <a:t>0.549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로지스틱 회귀 (최종)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60.2%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52.7%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C44E52"/>
                          </a:solidFill>
                          <a:latin typeface="맑은 고딕"/>
                        </a:rPr>
                        <a:t>0.601</a:t>
                      </a:r>
                    </a:p>
                  </a:txBody>
                  <a:tcPr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480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스크리닝의 선택: 정확도 3.6%p를 내주고, 위험군의 절반 이상(52.7%)을 잡는다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위험군을 놓치면 → 병원 갈 기회 상실  /  정상인을 안내하면 → 무료 검진 한 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그래서 주 지표는 임계값에 안 묶이는 AUC (의료 스크리닝 관례)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· 174명 소표본에선 복잡한 모델(RF)보다 단순한 모델이 더 안정적이었다 — 3종 비교로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04. 검증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Q5 — 치매 12명을 빼도 신호가 남는가?  →  아니오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02020"/>
                </a:solidFill>
                <a:latin typeface="맑은 고딕"/>
              </a:rPr>
              <a:t>치매를 완전히 제외하고 정상 111명 vs 경도인지장애 51명만으로 재검증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기존 44개 지표 → 정확도 55.3% (베이스라인 68.5%에 미달)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시계열 지표 추가 → 여전히 미달   · 모델을 바꿔도 → 동일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C44E52"/>
                </a:solidFill>
                <a:latin typeface="맑은 고딕"/>
              </a:rPr>
              <a:t>세 번 시도, 같은 결론: 경도인지장애 '단독' 조기 신호는 현재 데이터로는 못 찾았다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04281"/>
                </a:solidFill>
                <a:latin typeface="맑은 고딕"/>
              </a:rPr>
              <a:t>검증이 실제로 한 일 — 서비스 주장 범위를 바꿨다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"경도인지장애를 조기 진단한다"  →  사용 금지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"위험군(경도인지장애+치매)을 걸러 검진으로 안내한다"  →  이 범위만 주장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04. 검증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Q6 — 우연은 아닌가?  →  구분 능력은 진짜다 (p=0.006)</a:t>
            </a:r>
          </a:p>
        </p:txBody>
      </p:sp>
      <p:pic>
        <p:nvPicPr>
          <p:cNvPr id="5" name="Picture 4" descr="11_permutatio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4684"/>
            <a:ext cx="6949440" cy="2842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82880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라벨을 무작위로 섞어 500번 비교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정확도  p = 0.006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→ 우연히 나올 확률 0.6%. 통과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C44E52"/>
                </a:solidFill>
                <a:latin typeface="맑은 고딕"/>
              </a:rPr>
              <a:t>재현율  p = 0.132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→ 통계적으로 단정 불가.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→ 그래서 "52.7%를 잡아낸다"고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  <a:latin typeface="맑은 고딕"/>
              </a:rPr>
              <a:t>   수치를 못박지 않는다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04281"/>
                </a:solidFill>
                <a:latin typeface="맑은 고딕"/>
              </a:rPr>
              <a:t>숫자를 좋게 만드는 대신, 말할 수 있는 것과 없는 것을 정확히 갈랐습니다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05.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FastAPI 스크리닝 서비스 — 업로드에서 안내까지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①  생활 기록 CSV 업로드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71907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웨어러블 내보내기 파일 · 유효 기록 14일 미만이면 판정하지 않음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328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②  위험 점수 산출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5603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학습과 동일한 지표 계산 → 검증된 모델로 예측 (0~1 점수)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413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③  판단 근거 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401568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정상군 평균과 가장 크게 다른 지표 3가지를 그래프로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1538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④  치매안심센터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242816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공공데이터포털 전국 317곳 연동 — 내 위치 기준 가까운 순, 지도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566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4281"/>
                </a:solidFill>
                <a:latin typeface="맑은 고딕"/>
              </a:rPr>
              <a:t>⑤  한계 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5084064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02020"/>
                </a:solidFill>
                <a:latin typeface="맑은 고딕"/>
              </a:rPr>
              <a:t>"진단이 아닌 참고용 · 표본 174명" — 모든 결과 화면에 명시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6"/>
                </a:solidFill>
                <a:latin typeface="맑은 고딕"/>
              </a:rPr>
              <a:t>모델 파일만 갈아끼우면 서비스가 그대로 새 모델을 쓰는 구조 — 데이터가 좋아지면 즉시 반영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05. 서비스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시연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202020"/>
                </a:solidFill>
                <a:latin typeface="맑은 고딕"/>
              </a:rPr>
              <a:t>1.  정상군 샘플 업로드  →  위험 점수 0.29, "뚜렷한 위험 신호 없음"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02020"/>
                </a:solidFill>
                <a:latin typeface="맑은 고딕"/>
              </a:rPr>
              <a:t>2.  위험군 샘플 업로드  →  위험 점수 0.64, "위험군 추정"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     · 근거: 활동/수면 변동성이 정상군 평균 대비 높음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202020"/>
                </a:solidFill>
                <a:latin typeface="맑은 고딕"/>
              </a:rPr>
              <a:t>3.  "내 위치에서 가까운 센터 찾기"  →  지도에 가까운 치매안심센터 5곳 + 전화번호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C44E52"/>
                </a:solidFill>
                <a:latin typeface="맑은 고딕"/>
              </a:rPr>
              <a:t>(여기에 실제 시연 or 화면 캡처 삽입)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06.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5일 동안 만든 것은 숫자가 아니라, 믿을 수 있는 절차입니다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확인한 것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활동량 평균이 아니라 "생활 패턴의 불규칙함"이 위험군을 가른다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그 구분 능력은 통계적으로 우연이 아니다 (p=0.006)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한계 — 숨기지 않고 명시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표본 174명(치매 12명), 단일 코호트 — 일반화에는 더 큰 데이터 필요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경도인지장애 단독 조기 신호는 미확인 · 재현율 수치는 통계적으로 미확정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맑은 고딕"/>
              </a:rPr>
              <a:t>그래서 진짜 산출물은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04281"/>
                </a:solidFill>
                <a:latin typeface="맑은 고딕"/>
              </a:rPr>
              <a:t>· 데이터 누수를 스스로 찾아 고치고, 우연 여부까지 검증한 분석 파이프라인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04281"/>
                </a:solidFill>
                <a:latin typeface="맑은 고딕"/>
              </a:rPr>
              <a:t>· 병원·기관의 정식 데이터가 들어오면 코드 수정 없이 그대로 재학습·재검증 가능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맑은 고딕"/>
              </a:rPr>
              <a:t>06. 확장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4281"/>
                </a:solidFill>
                <a:latin typeface="맑은 고딕"/>
              </a:rPr>
              <a:t>스크리닝에서 끝나지 않는다 — 2단계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1단계 (이번 구현)  —  스크리닝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생활 기록 업로드 → 위험 신호 확인 → 치매안심센터 연결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</a:rPr>
              <a:t>2단계 (사업 확장 방향)  —  웨어러블 연계 모니터링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위험군 판정자가 웨어러블을 계속 착용, 악화 시점을 놓치지 않고 재안내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쌓이는 개인별 장기 기록 → 모델 개선 + 전향적 검증 데이터 확보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  <a:latin typeface="맑은 고딕"/>
              </a:rPr>
              <a:t>· 요양기관·치매안심센터 제휴, 개인/기관용 구독형 대시보드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02020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맑은 고딕"/>
              </a:rPr>
              <a:t>필요한 것: 더 큰 정식 데이터 · 나이/성별/학력 정보 · 전향적 추적 검증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FD4F0"/>
                </a:solidFill>
                <a:latin typeface="맑은 고딕"/>
              </a:rPr>
              <a:t>Q&amp;A  |  팀 찾아조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