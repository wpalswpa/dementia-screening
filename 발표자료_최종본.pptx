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5" r:id="rId27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6" r:id="rId28"/>
    <p:sldId id="277" r:id="rId29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찾아조입니다. 저희는 병원 검사 없이 웨어러블 생활 기록만으로 치매 위험 신호를 걸러내는 스크리닝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치매(알츠하이머병)는 단순 노화가 아니라 실제 사망원인 6위 질환입니다. 당뇨병, 고혈압보다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만성질환은 관리가 되며 증가세가 둔화되는 동안, 알츠하이머병 사망률만 10년 새 175% 급증했습니다. 왜 하필 지금, 왜 하필 치매인가에 대한 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저희도 처음에 의외였고, 그래서 숨기지 않고 그대로 보여드립니다. 이 반전이 분석의 방향을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정확도가 베이스라인보다 낮은 이유 — 무조건 정상 찍는 모델은 위험군을 한 명도 못 잡습니다. 스크리닝 도구로는 무의미합니다.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 질문 대비: 검증의 목적은 무엇을 주장해도 되는지 정하는 것이었고, 정확히 그렇게 작동했습니다. 검증 결과가 실제로 서비스 문구를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치매 위험 조기 스크리닝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웨어러블 생활 기록만으로, 병원에 가볼 이유를 먼저 알려주는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팀 찾아조  |  이제민(팀장·총괄) · 조성기(데이터) · 박용민(모델링) · 정상천(서비스·발표)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01  문제의식 — 왜 치매인가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다른 만성질환과 비교해도 유독 심각한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02  데이터와 분석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AI Hub 웨어러블 라이프로그 174명, Q1~Q6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9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03  분석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핵심 발견: 활동량이 아니라 '패턴의 불규칙함'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142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04  검증 — 스스로에게 던진 두 가지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3982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치매를 빼도 남는가 / 우연은 아닌가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05  서비스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029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업로드 → 위험 점수 → 치매안심센터 지도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06  결론과 한계, 확장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치매는 국내 사망원인 6위 — 당뇨병보다 높다</a:t>
            </a:r>
          </a:p>
        </p:txBody>
      </p:sp>
      <p:pic>
        <p:nvPicPr>
          <p:cNvPr id="5" name="Picture 4" descr="00_1_cause_of_death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지난 10년, 주요 만성질환 중 유일하게 급증 — +175%</a:t>
            </a:r>
          </a:p>
        </p:txBody>
      </p:sp>
      <p:pic>
        <p:nvPicPr>
          <p:cNvPr id="5" name="Picture 4" descr="00_3_chronic_disease_mortality_chang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가장 오래, 가장 비싸게 관리해야 하는 질환</a:t>
            </a:r>
          </a:p>
        </p:txBody>
      </p:sp>
      <p:pic>
        <p:nvPicPr>
          <p:cNvPr id="5" name="Picture 4" descr="00_4_visit_day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103"/>
            <a:ext cx="5760720" cy="4073634"/>
          </a:xfrm>
          <a:prstGeom prst="rect">
            <a:avLst/>
          </a:prstGeom>
        </p:spPr>
      </p:pic>
      <p:pic>
        <p:nvPicPr>
          <p:cNvPr id="6" name="Picture 5" descr="00_5_medical_co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95103"/>
            <a:ext cx="5760720" cy="4073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1인당 연 내원일수 1위(37일) · 1인당 진료비 374만 원 — 당뇨병의 4~6배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환자는 늘고, 위험은 균등하지 않다</a:t>
            </a:r>
          </a:p>
        </p:txBody>
      </p:sp>
      <p:pic>
        <p:nvPicPr>
          <p:cNvPr id="5" name="Picture 4" descr="07_risk_factors_by_dem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664" y="1463040"/>
            <a:ext cx="600419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무학 21.3% vs 대졸 1.4% — 병원 검진이 어려운 사람일수록 위험이 높은 역설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우리의 접근 — 병원에 가기 전, 생활 기록으로 먼저 거른다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경도인지장애(MCI) — 기억력은 떨어졌지만 아직 혼자 일상생활이 가능한, 치매 바로 전 단계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이 단계에서 발견해야 진행을 늦출 수 있다 (연 10~15%가 치매로 진행)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그러나 병원 검진이 어려운 사람일수록 발견이 늦다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웨어러블이 자동으로 쌓는 활동·수면 기록만으로 위험 신호를 걸러내,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   "병원에 가볼 이유가 있는지"를 먼저 알려주는 스크리닝 도구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진단이 아니라 스크리닝 — 진단·치료는 전적으로 의료기관의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AI Hub 치매 고위험군 웨어러블 라이프로그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321040"/>
              </a:tblGrid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수집 도구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Oura ring(반지형 웨어러블) — 일 단위 활동·수면 자동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174명 × 사람당 28~118일 (평균 66일) = 11,499 사람×일 기록 (정제 후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진단 라벨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정상(CN) 111명 · 경도인지장애(MCI) 51명 · 치매(Dem) 12명 — 의사 진단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분류 대상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정상군  vs  위험군(경도인지장애+치매 63명)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입력 제외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MMSE(병원에서 하는 간단한 인지 문답 검사, 30점 만점) — 진단에 이미 쓰인 '정답'이라 입력에서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Q1~Q6 — 검증을 통과해야 서비스로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Q1·Q2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진단군별로 활동량·수면 패턴이 다른가?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059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5059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병원 검사 없이 생활 기록만으로 위험군을 걸러낼 수 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38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1638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어떤 생활 지표가 판별에 가장 크게 기여하는가?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770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신호는 치매를 빼고 경도인지장애만 남겨도 유지되는가?  ← 검증 게이트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90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성능은 우연이 아니라 통계적으로 의미 있는 수준인가?  ← 검증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계획서 원칙: Q5·Q6 검증 결과에 따라 서비스가 주장할 수 있는 범위를 정한다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첫 번째 반전 — 걸음수는 위험군이 오히려 많다</a:t>
            </a:r>
          </a:p>
        </p:txBody>
      </p:sp>
      <p:pic>
        <p:nvPicPr>
          <p:cNvPr id="5" name="Picture 4" descr="01_activity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일평균 걸음수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정상 10,635  &lt;  경도인지장애 11,383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"활동량이 줄면 위험군"이라는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단순한 가설은 성립하지 않았다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→ 평균이 아니라,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"날마다 얼마나 들쭉날쭉한가"로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시선을 돌리게 된 계기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핵심 신호는 '생활 패턴의 불규칙함'이었다</a:t>
            </a:r>
          </a:p>
        </p:txBody>
      </p:sp>
      <p:pic>
        <p:nvPicPr>
          <p:cNvPr id="5" name="Picture 4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50번 반복 검증에서 가장 안정적으로 뽑힌 지표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1위  저강도 활동 시간의 변동성 (50/50회)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2위  수면 중 뒤척임의 변동성 (48/50회)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인지기능이 흔들리면, 매일 비슷하게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자고 움직이는 '일상 루틴 유지 능력'이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먼저 무너진다는 해석과 일치 (상관관계)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모델 성능 — 데이터를 50번 다르게 나눠 반복 시험한 평균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228"/>
                <a:gridCol w="2245577"/>
                <a:gridCol w="2245577"/>
                <a:gridCol w="2245578"/>
              </a:tblGrid>
              <a:tr h="594360">
                <a:tc>
                  <a:txBody>
                    <a:bodyPr/>
                    <a:lstStyle/>
                    <a:p/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위험군을 찾아낸 비율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구분 능력 점수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아무 분석 없이 전부 "정상"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0%  (전원 놓침)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 (동전 던지기)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복잡한 모델 (랜덤포레스트, 교체 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단순한 모델 (로지스틱 회귀, 최종 채택)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52.7%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스크리닝의 선택: 정확도 3.6%p를 내주고, 위험군의 절반 이상(52.7%)을 잡는다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위험군을 놓치면 → 병원 갈 기회 상실  /  정상인을 안내하면 → 무료 검진 한 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로지스틱 회귀: 생활 지표마다 중요도를 매겨 점수를 합산 → "위험군일 확률 몇 %"로 답하는 가장 기본적인 예측 모델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랜덤포레스트: 예/아니오 질문을 이어가는 판단 나무 수백 그루의 다수결 — 유연하지만 작은 데이터에선 잡음까지 외운다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구분 능력 점수(AUC): 0.5면 동전 던지기, 1이면 완벽 — 의료 스크리닝의 표준 지표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174명의 작은 데이터에선 복잡한 모델보다 단순한 모델이 더 안정적이었다 — 3종 비교로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Q5 — 치매 12명을 빼도 신호가 남는가?  →  아니오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치매를 완전히 제외하고 정상 111명 vs 경도인지장애 51명만으로 재검증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기존 44개 지표 → 정확도 55.3% (전부 "정상"이라 답하는 기준선 68.5%에도 미달)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시계열 지표 추가 → 여전히 미달   · 모델을 바꿔도 → 동일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세 번 시도, 같은 결론: 경도인지장애 '단독' 조기 신호는 현재 데이터로는 못 찾았다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검증이 실제로 한 일 — 서비스 주장 범위를 바꿨다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"경도인지장애를 조기 진단한다"  →  사용 금지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"위험군(경도인지장애+치매)을 걸러 검진으로 안내한다"  →  이 범위만 주장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Q6 — 우연은 아닌가?  →  구분 능력은 진짜다 (우연일 확률 0.6%)</a:t>
            </a:r>
          </a:p>
        </p:txBody>
      </p:sp>
      <p:pic>
        <p:nvPicPr>
          <p:cNvPr id="5" name="Picture 4" descr="11_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정답(진단 결과)을 일부러 뒤섞은 가짜 데이터 500개와 비교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정확도  p = 0.006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우연히 나올 확률 0.6%. 통과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재현율  p = 0.132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통계적으로 단정 불가.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그래서 "52.7%를 잡아낸다"고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   수치를 못박지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숫자를 좋게 만드는 대신, 말할 수 있는 것과 없는 것을 정확히 갈랐습니다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웹 스크리닝 서비스(FastAPI) — 업로드에서 안내까지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①  생활 기록 CSV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1907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웨어러블에서 내려받은 기록 파일 · 유효 기록 14일 미만이면 판정하지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②  위험 점수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학습과 동일한 지표 계산 → 검증된 모델로 예측 (0~1 점수)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41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③  판단 근거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40156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정상군 평균과 가장 크게 다른 지표 3가지를 그래프로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④  치매안심센터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공공데이터포털 전국 317곳 연동 — 내 위치 기준 가까운 순, 지도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56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⑤  한계 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840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"진단이 아닌 참고용 · 표본 174명" — 모든 결과 화면에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모델 파일만 갈아끼우면 서비스가 그대로 새 모델을 쓰는 구조 — 데이터가 좋아지면 즉시 반영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1.  정상군 샘플 업로드  →  위험 점수 0.29, "뚜렷한 위험 신호 없음"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2.  위험군 샘플 업로드  →  위험 점수 0.644, "위험군 추정"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     · 근거: 활동/수면 변동성이 정상군 평균 대비 높음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3.  "내 위치에서 가까운 센터 찾기"  →  지도에 가까운 치매안심센터 5곳 + 전화번호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다음 두 페이지가 실제 서비스 화면 — 발표에서는 라이브 시연을 우선하고, 시연이 어려우면 화면으로 대체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5일 동안 만든 것은 숫자가 아니라, 믿을 수 있는 절차입니다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확인한 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활동량 평균이 아니라 "생활 패턴의 불규칙함"이 위험군을 가른다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그 구분 능력은 우연이 아니다 (우연일 확률 0.6%)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한계 — 숨기지 않고 명시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표본 174명(치매 12명), 한 지역(광주)·한 시기 데이터 — 일반화에는 더 큰 데이터 필요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경도인지장애 단독 조기 신호는 미확인 · 재현율 수치는 통계적으로 미확정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그래서 진짜 산출물은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"시험 문제를 미리 본 셈"인 데이터 누수 실수를 스스로 찾아 고치고, 우연 여부까지 검증한 분석 절차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병원·기관의 정식 데이터가 들어오면 코드 수정 없이 그대로 재학습·재검증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확장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스크리닝에서 끝나지 않는다 — 2단계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1단계 (이번 구현)  —  스크리닝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생활 기록 업로드 → 위험 신호 확인 → 치매안심센터 연결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2단계 (사업 확장 방향)  —  웨어러블 연계 모니터링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위험군 판정자가 웨어러블을 계속 착용, 악화 시점을 놓치지 않고 재안내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쌓이는 개인별 장기 기록 → 모델 개선 + "판정이 실제로 맞았는지" 확인할 추적 데이터 확보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요양기관·치매안심센터 제휴, 개인/기관용 구독형 대시보드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필요한 것: 더 큰 정식 데이터 · 나이/성별/학력 정보 · 실제 발병 여부를 따라가는 추적 검증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Q&amp;A  |  팀 찾아조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하루 기록 11,499개를 '사람 단위 지표' 44개로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① 신뢰 필터 — 반지 미착용이 긴 날(180분 이상)은 그날 기록 전체를 제외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② 매칭 — 활동·수면 기록을 사람 기준으로 진단 결과와 연결 (174명 전원 확인)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③ 요약 — 사람 1명당 28~118일 기록을 지표별 평균(수준) + 표준편차(들쭉날쭉함)로 압축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174명 × 44개 지표 테이블 완성 — 이후 모든 분석·모델·서비스가 이 표 하나에서 출발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전처리 기준은 전부 코드로 고정 — 같은 원본을 넣으면 누가 실행해도 같은 표가 나온다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화면 ① — 업로드 → 위험 점수 → 판단 근거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10314" y="1645920"/>
            <a:ext cx="5550942" cy="411480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581296" y="1645920"/>
            <a:ext cx="490038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화면 ② — 내 기록 추이 → 치매안심센터 안내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21553" y="1645920"/>
            <a:ext cx="4744601" cy="438912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914" y="1645920"/>
            <a:ext cx="4638532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